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ChainCash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68680" y="2148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B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games. Own the future.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3017520"/>
            <a:ext cx="10515600" cy="1280160"/>
          </a:xfrm>
          <a:prstGeom prst="round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https://chain-cash-two.vercel.app/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https://github.com/ayushap18/ChainCash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Next.js • TypeScript • Tailwind • Zustand • Prisma • Ergo/Nautilus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games struggle to raise capital and reward early supporters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607040" cy="42062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966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crowdfunding offers limited ownership and weak secondary markets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Supporters want provable badges/collectibles and transparent funding flows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need a simple way to launch campaigns and manage rewards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UX can be complex without wallet-native flows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on Ergo with reward NFTs + a marketplace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607040" cy="42062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966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campaigns with ERG using Nautilus wallet integration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NFT-style supporter badges and collectible reward assets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campaigns, view details, and track progress with a creator dashboard UI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Marketplace-style UI (with optional 3D scene) to showcase assets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 in the product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10607040" cy="233172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54480"/>
            <a:ext cx="99669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 (Nautilus) and view balance/address info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active campaigns, goals, and reward tiers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detail page with about/milestones/rewards tabs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607040" cy="21488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06908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to browse reward assets and add to cart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Assets page to view owned items/badges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for campaign creation &amp; tracking (UI + APIs)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stack with Ergo integration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607040" cy="42062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966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App Router, React, TypeScript, Tailwind v4, Framer Motion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Zustand stores for wallet, campaigns, cart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Next.js API routes; Prisma schema for persistence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Ergo: services for address/info/transactions + Nautilus wallet UX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(optional): React Three Fiber + Drei for marketplace visuals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2–3 minute walkthrough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607040" cy="42062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966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Home → browse active campaigns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campaign → view rewards and details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Marketplace → browse assets and add to cart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Assets → view owned items (demo data)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deployed link and repo link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accelerated development (transparent + safe)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607040" cy="42062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966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GitHub Copilot (GPT-5.2 Preview) for faster UI iteration and refactoring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consistent theme across pages/components and improved contrast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debug runtime errors by adding defensive fallbacks and safer rendering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with TypeScript typings, component composition, and build verification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1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35663">
              <a:alpha val="80000"/>
            </a:srgbClr>
          </a:solidFill>
          <a:ln w="12700">
            <a:solidFill>
              <a:srgbClr val="4356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D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we’d build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607040" cy="28346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4592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pledging flow + signed transactions in Nautilus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minting/redemption for reward tiers</a:t>
            </a:r>
            <a:pPr indent="0" marL="0">
              <a:buNone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tools: milestones, updates, analytics, moderation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10607040" cy="1463040"/>
          </a:xfrm>
          <a:prstGeom prst="roundRect">
            <a:avLst/>
          </a:prstGeom>
          <a:solidFill>
            <a:srgbClr val="435663">
              <a:alpha val="75000"/>
            </a:srgbClr>
          </a:solidFill>
          <a:ln w="12700">
            <a:solidFill>
              <a:srgbClr val="43566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983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https://chain-cash-two.vercel.app/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https://github.com/ayushap18/ChainCash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ChainCash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ChainCash Pitch Deck</dc:title>
  <dc:subject>Crowdfunding on Ergo with NFT rewards</dc:subject>
  <dc:creator>ChainCash</dc:creator>
  <cp:lastModifiedBy>ChainCash</cp:lastModifiedBy>
  <cp:revision>1</cp:revision>
  <dcterms:created xsi:type="dcterms:W3CDTF">2025-12-14T04:38:24Z</dcterms:created>
  <dcterms:modified xsi:type="dcterms:W3CDTF">2025-12-14T04:38:24Z</dcterms:modified>
</cp:coreProperties>
</file>